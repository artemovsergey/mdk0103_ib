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241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B8EC4"/>
                </a:solidFill>
                <a:latin typeface="Segoe UI"/>
              </a:rPr>
              <a:t>МДК 01.03  ·  Защита информации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Лекция 14. Навигация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2700" b="0" i="0">
                <a:solidFill>
                  <a:srgbClr val="C9BEE8"/>
                </a:solidFill>
                <a:latin typeface="Segoe UI"/>
              </a:rPr>
              <a:t>React Native · React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224528"/>
            <a:ext cx="1828800" cy="54864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52628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A8A8A8"/>
                </a:solidFill>
                <a:latin typeface="Segoe UI"/>
              </a:rPr>
              <a:t>Приложение Cupcake: 4 экрана, параметры между ними, возврат назад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900" b="0" i="0">
                <a:solidFill>
                  <a:srgbClr val="A8A8A8"/>
                </a:solidFill>
                <a:latin typeface="Segoe UI"/>
              </a:rPr>
              <a:t>Продолжительность занятия — 1 час 30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такое МДК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Междисциплинарный курс в СПО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</a:rPr>
              <a:t>МДК — учебная единица, которая не замыкается на одном предмете. Она собирает язык, архитектуру, данные, сеть и качество не в наборе разрозненных тем, а на одном сквозном проекте.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788920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93522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750A4"/>
                </a:solidFill>
                <a:latin typeface="Segoe UI"/>
              </a:rPr>
              <a:t>Не как обычная дисциплина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935224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Тема не висит в воздухе — каждая единица опирается на предыдущую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02152"/>
            <a:ext cx="11057839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64845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750A4"/>
                </a:solidFill>
                <a:latin typeface="Segoe UI"/>
              </a:rPr>
              <a:t>Сквозной проект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64845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Приложение собирается целиком, а не по кускам на отдельных парах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215384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36168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750A4"/>
                </a:solidFill>
                <a:latin typeface="Segoe UI"/>
              </a:rPr>
              <a:t>Связи между МДК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361688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Язык, тестирование и системное программирование работают на общий результат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Эта лекция — часть МДК 01.03 «Разработка мобильных приложений», раздел 4 «Навигация».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Семейство МДК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Профессиональный модуль ПМ.01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11057839" cy="786384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48256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93852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Разработка программных модулей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04825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Язык и разбор задачи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11057839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3464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724912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Поддержка и тестирование программных модулей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8346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Качество, проверка, автоматизация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01568"/>
            <a:ext cx="11057839" cy="786384"/>
          </a:xfrm>
          <a:prstGeom prst="rect">
            <a:avLst/>
          </a:prstGeom>
          <a:solidFill>
            <a:srgbClr val="F3EFFC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62102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511296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</a:rPr>
              <a:t>Разработка мобильных приложений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62102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Интерфейс, навигация, данные — наша лекция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87952"/>
            <a:ext cx="11057839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40740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42976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Системное программирование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44074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ООП, асинхронность, платформа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Номер в названии — это номер МДК внутри профессионального модуля ПМ.01. Курсы идут последовательно и опираются друг на друга.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Межпредметные связи этой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На чём стоит навигация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11057839" cy="65836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2938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Состояние экрана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088" y="1938528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01.03, разд. 3 «Состояние»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938528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useState держит выбранную начинку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41448"/>
            <a:ext cx="11057839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58775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Функции первого класса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2596896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01.03, разд. 1 «Основы TypeScript»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596896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onPress={() =&gt; ...} — обработчик как значение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99816"/>
            <a:ext cx="11057839" cy="65836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246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Стек как структура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3255264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01.04, разд. 3 «Многопоточность и асинхронность»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255264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Stack.Navigator — буквально стек: последний вошёл, первый вышел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58184"/>
            <a:ext cx="11057839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9044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Инкапсуляция и передача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3913632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01.04, разд. 2 «ООП»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913632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Экран прячет состояние, наружу отдаёт route и 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16552"/>
            <a:ext cx="11057839" cy="65836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56285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Тестируемость сценария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8" y="4572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01.02, разд. 4 «xUnit», разд. 6 «Selenium»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45720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Сценарий «выбрал → увидел» проверяется готовым тестом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Связь систематическая: каждый шаг лекции опирается на конкретный раздел конкретного МДК — видно, что у межпредметности есть основание, а не декларация.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Один компонент — один экран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Так мы писали до сих пор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120640" cy="210769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1206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27478"/>
            <a:ext cx="4828032" cy="17967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export default function App()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  &lt;Text&gt;...&lt;/Text&gt;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</a:rPr>
              <a:t>• Так годится для стартового экрана или профиля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</a:rPr>
              <a:t>• Настоящее приложение почти всегда многоэкранное</a:t>
            </a:r>
          </a:p>
          <a:p>
            <a:pPr algn="l" lvl="1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Нужен механизм: открыть экран, закрыть, вернуться</a:t>
            </a:r>
          </a:p>
          <a:p>
            <a:pPr algn="l" lvl="1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Данные выбора должны дойти до последнего экрана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Навигация — это и есть механизм перехода между экранами и передачи данных между ними.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мы собираем — Cupcake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029968"/>
            <a:ext cx="212140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Start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Старт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214884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750A4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9896" y="2029968"/>
            <a:ext cx="212140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Flavor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Начинка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4184" y="214884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750A4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7104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9984" y="2029968"/>
            <a:ext cx="212140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Pickup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Дата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214884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750A4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37192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72" y="2029968"/>
            <a:ext cx="212140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Summary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Итог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004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Начинка выбирается на втором экране, дата — на третьем, на четвёртом мы видим собранный заказ. Экран «Дата» знает о выборе с предыдущего, «Итог» — обоих. Это и есть задача навигации: не потерять данные.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96492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12" y="3931920"/>
            <a:ext cx="1136625" cy="23774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186580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2-flav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300" y="3931920"/>
            <a:ext cx="1136625" cy="23774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176668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-pi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388" y="3931920"/>
            <a:ext cx="1136625" cy="23774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166756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6-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476" y="3931920"/>
            <a:ext cx="1136625" cy="2377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Пререквизиты и результат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Пререквизиты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Создание проекта Expo и запуск в эмуляторе или на телефоне через Expo Go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Компоненты и состояние useState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Понятие props и передача данных внутрь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Что вы узнаете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4884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Установка и настройка React Navigation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Описание экранов: NavigationContainer и Stack.Navigator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Переходы: navigate, goBack, popToTop, reset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Передача данных через route.params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Настройка заголовка и кнопки «Назад»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Всё, что мы делаем, пишем на записанном приложении Cupcake — живая демонстрация, 90 минут.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Как проходит занятие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Живая сборка навигации с нуля — файл App.tsx растёт шаг за шагом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5681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00:00–00:03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195681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Место в МДК 01.03, межпредметные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95681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Видно, на чём стоит занятие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95728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2374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00:03–00:08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5237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Вступление, создание проекта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5237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Чистый проект Expo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62656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9067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00:08–00:18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0906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Metro, эмулятор или телефон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0906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Приложение запущено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529584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576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00:18–00:32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Установка React 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6576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4 пакета в package.json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096512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22452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00:32–00:50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42245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Создание 4 экранов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22452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Экраны есть, перехода нет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63440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79145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00:50–01:08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479145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NavigationContainer, Stack.Navigator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79145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Работает переход Start → Начинка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230368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35838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01:08–01:24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53583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Параметры через route.params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53583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Заказ доходит до итога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797296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92531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01:24–01:30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0048" y="59253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goBack, popToTop, итоги, домашка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59253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Понимание возврата назад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0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Создаём проект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00:00 — 00:08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npx create-expo-app@latest cupcake --template blank-typescript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Шаблон blank-typescript даёт минимальный проект на TypeScript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Весь код лекции пишем в одном файле App.tsx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0. Создаём проект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Терминал в VS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852160" cy="1595276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8521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27478"/>
            <a:ext cx="5559552" cy="1284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npx create-expo-app@latest cupcake \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    --template blank-typescript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cd cupcake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828800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Через минуту-полторы появится папка с App.tsx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Планируем всю лекцию писать в одном файле</a:t>
            </a:r>
          </a:p>
          <a:p>
            <a:pPr algn="l" lvl="1">
              <a:spcBef>
                <a:spcPts val="110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Сначала логика, потом структура проекта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Когда навигация будет понята — разнесём экраны по файлам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Так на занятии проще: видно, что меняется, и не нужно переключаться между десятком файлов.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0. Точка старта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949440" cy="2967228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9494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6583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656832" cy="26563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import { StatusBar } from 'expo-status-bar';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import { StyleSheet, Text, View } from 'react-native';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export default function App()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  &lt;Text&gt;Open up App.tsx to start working on your app!&lt;/Text&gt;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  &lt;StatusBar style="auto" /&gt;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749039" cy="237744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Заготовка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Этот экран мы увидим на устройстве сразу после запуска. Если он есть — окружение работает.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1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Запускаем Metro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00:08 — 00:18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npx expo start — в терминале появляется QR-код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Способ 1: эмулятор Android — клавиша a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Способ 2: настоящий телефон — QR-код и общий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1. Запускаем Metro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669280" cy="867976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91640"/>
            <a:ext cx="566928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PowerShell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90318"/>
            <a:ext cx="5376672" cy="557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nsolas"/>
              </a:rPr>
              <a:t>npx expo start</a:t>
            </a:r>
          </a:p>
        </p:txBody>
      </p:sp>
      <p:pic>
        <p:nvPicPr>
          <p:cNvPr id="8" name="Picture 7" descr="term-02-me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43200"/>
            <a:ext cx="8595360" cy="24037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256715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QR-код и адрес проекта exp://192.168.31.105:8081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74320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Для эмулятора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exp://10.0.2.2:8081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Для телефона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exp://&lt;адрес
компьютера&gt;:8081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1. Два способа показать приложение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Код при этом одинаковый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91640"/>
            <a:ext cx="5257800" cy="4572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Segoe UI"/>
              </a:rPr>
              <a:t>Эмулятор Android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для показа на лекции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691640"/>
            <a:ext cx="5257800" cy="45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Segoe UI"/>
              </a:rPr>
              <a:t>Настоящий телефон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для практики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88920"/>
            <a:ext cx="5257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Android Studio или Android SDK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Созданный виртуальный телефон (AVD)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Запуск клавишей a в терминале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Сеть не нужна, всё локально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Горячая перезагрузка 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88920"/>
            <a:ext cx="5257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Телефон с Android и Expo Go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Общая с компьютером сеть Wi-Fi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Сканирование QR-кода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Можно подстраховаться кабелем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Горячая перезагрузка работает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Эмулятор удобнее для показа: не нужно ничего подключать, настраивать и заряжать — и видно на проекторе.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Способ 1. Эмулятор Android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Нужно настроить один раз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750A4"/>
                </a:solidFill>
                <a:latin typeface="Segoe UI"/>
              </a:rPr>
              <a:t>Что должно быть на компьютере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9456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21284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Включена аппаратная виртуализация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BIOS/UEFI: Intel VT-x или SVM Mode. Проверка в Windows: Диспетчер задач → Производительность → ЦП → Виртуализация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24612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33756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26440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Установлен Android Studio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Скачивается с developer.android.com, вместе с ним ставится Android SDK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2976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38912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31596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Создан виртуальный телефон (AVD)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Device Manager → Create Virtual Device → профиль Pixel 6 → образ API 34 с подписью Google Play → Finish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Нужен именно образ с Google Play: без него Expo Go не установится из маркета.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Способ 1. Запуск в эмуляторе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801368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Запустить эмулятор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Device Manager → зелёная кнопка ▶ напротив AVD. Дождаться рабочего стола Android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6974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715768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Запустить Metro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npx expo start в терминале проекта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118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70332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630168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Нажать a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Expo Go откроется на эмуляторе сам и подключится к проекту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783080"/>
            <a:ext cx="4663440" cy="274320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011680"/>
            <a:ext cx="4114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Полезные клавиши Metro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a</a:t>
            </a:r>
            <a:r>
              <a:rPr sz="1500">
                <a:solidFill>
                  <a:srgbClr val="6B6B6B"/>
                </a:solidFill>
                <a:latin typeface="Segoe UI"/>
              </a:rPr>
              <a:t>   открыть на Android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r</a:t>
            </a:r>
            <a:r>
              <a:rPr sz="1500">
                <a:solidFill>
                  <a:srgbClr val="6B6B6B"/>
                </a:solidFill>
                <a:latin typeface="Segoe UI"/>
              </a:rPr>
              <a:t>   перезагрузить приложение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d</a:t>
            </a:r>
            <a:r>
              <a:rPr sz="1500">
                <a:solidFill>
                  <a:srgbClr val="6B6B6B"/>
                </a:solidFill>
                <a:latin typeface="Segoe UI"/>
              </a:rPr>
              <a:t>   меню разработчика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q</a:t>
            </a:r>
            <a:r>
              <a:rPr sz="1500">
                <a:solidFill>
                  <a:srgbClr val="6B6B6B"/>
                </a:solidFill>
                <a:latin typeface="Segoe UI"/>
              </a:rPr>
              <a:t>   остановить Metro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Если эмулятор запущен, а Metro его не видит — нажмите r в терминале.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Способ 2. Настоящий телефон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5440680" cy="45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Segoe UI"/>
              </a:rPr>
              <a:t>Через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54406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Телефон и компьютер в одной сети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Установить Expo Go из Google Play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Навести камеру на QR-код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Либо Enter URL manually в Expo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Адрес компьютера смотрим через ipconfig → IPv4-адрес Wi-Fi-адаптера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37360"/>
            <a:ext cx="5166360" cy="45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Segoe UI"/>
              </a:rPr>
              <a:t>Отладка по кабелю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23160"/>
            <a:ext cx="5166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Настройки → О телефоне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7 раз тапнуть по «Номер сборки»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Система → Для разработчиков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Включить «Отладка по USB»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Подтвердить «Разрешить отладку по USB»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Настройка кабелем нужна один раз — дальше телефон подхватывает проект автоматически.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2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Ставим React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00:18 — 00:32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npx expo install — 4 пакета за одну команду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Почему именно npx expo install, а не npm install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Что делает каждый из пакетов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2. Установка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30–90 секунд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1057839" cy="1066331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1057839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1069207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36038"/>
            <a:ext cx="10765231" cy="7554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nsolas"/>
              </a:rPr>
              <a:t>npx expo install @react-navigation/native @react-navigation/native-stack \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react-native-screens react-native-safe-area-context</a:t>
            </a:r>
          </a:p>
        </p:txBody>
      </p:sp>
      <p:pic>
        <p:nvPicPr>
          <p:cNvPr id="9" name="Picture 8" descr="term-01-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46120"/>
            <a:ext cx="10607040" cy="1977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3212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Это не ошибка: из четырёх пакетов два содержат нативный код и должны быть собраны под вашу версию SDK, а два остальных — обычный JavaScript.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установилось и зачем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385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@react-navigation/native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96128" y="195681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Ядро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9568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Контейнер, переходы, состояние навигации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50592"/>
            <a:ext cx="11057839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651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@react-navigation/native-stack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Стек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6700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Экраны как стопка карточек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63824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3649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react-native-screens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3383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Нативный код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Быстрые анимации переходов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877056"/>
            <a:ext cx="11057839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7822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react-native-safe-area-context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0965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Нативный код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4096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Отступы от вырезов и чёлки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46320"/>
            <a:ext cx="11057839" cy="109728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029200"/>
            <a:ext cx="104177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Почему npx expo install, а не npm install?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0" i="0">
                <a:solidFill>
                  <a:srgbClr val="C5C5C5"/>
                </a:solidFill>
                <a:latin typeface="Segoe UI"/>
              </a:rPr>
              <a:t>Expo знает версии пакетов, совместимые с вашим SDK. Обычный npm install может поставить слишком новую или слишком старую версию — и приложение упадёт с непонятной ошибкой.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3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Создаём четыре экрана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00:32 — 00:50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Экраны без навигации — это обычные компоненты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Переиспользуемый компонент Option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Start → Начинка → Дата →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Данные и компонент Option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Оба экрана выбора устроены одинаково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943600" cy="318211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594360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36038"/>
            <a:ext cx="5650992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const FLAVORS = [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'Ваниль', emoji: '🍦'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'Шоколад', emoji: '🍫'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'Клубника', emoji: '🍓'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'Лимон', emoji: '🍋'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const DATES = [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'Сегодня', emoji: '📅'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'Завтра', emoji: '🗓️'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'Послезавтра', emoji: '📆'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37360"/>
            <a:ext cx="4892040" cy="2785403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737360"/>
            <a:ext cx="48920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22008" y="1792224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144" y="2136038"/>
            <a:ext cx="4599432" cy="24745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Option({ emoji, title,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selected, onPress }: any)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&lt;Pressable onPress={onPress}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style={[styles.option,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selected &amp;&amp; styles.optionSelected]}&gt;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style={styles.optionEmoji}&gt;{emoji}&lt;/Text&gt;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style={styles.optionTitle}&gt;{title}&lt;/Text&gt;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&lt;/Pressable&gt;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9496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52297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Pressable вместо View: View не знает про касания. Преобразование массива в список компонентов делает .map(), ключ key обязателен.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Стартовый экран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3578820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3267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StartScreen()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&lt;View style={styles.center}&gt;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style={styles.bigEmoji}&gt;🧁&lt;/Text&gt;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style={styles.heading}&gt;Cupcake&lt;/Text&gt;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style={styles.subtitle}&gt;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Закажите торт и мы приготовим его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к указанному времени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&lt;Pressable style={styles.button}&gt;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&lt;Text style={styles.buttonText}&gt;Заказать торт&lt;/Text&gt;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&lt;/Pressable&gt;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554480"/>
            <a:ext cx="2102391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0200"/>
            <a:ext cx="2010951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Экран выбора начинки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4058177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3747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function FlavorScreen()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const [flavor, setFlavor] = useState&lt;string | null&gt;(null);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&lt;Text style={styles.heading}&gt;Выберите начинку&lt;/Text&gt;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&lt;Text style={styles.subtitle}&gt;Шаг 1 из 3&lt;/Text&gt;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&lt;View style={styles.list}&gt;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{FLAVORS.map((item) =&gt;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&lt;Option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key={item.name}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emoji={item.emoji}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title={item.name}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selected={flavor === item.name}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onPress={() =&gt; setFlavor(item.name)}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/&gt;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))}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&lt;/View&gt;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fla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45920"/>
            <a:ext cx="1573788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8040" y="5084064"/>
            <a:ext cx="21224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ничего не выбрано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20508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-flavor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228" y="1645920"/>
            <a:ext cx="1573788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1908" y="5084064"/>
            <a:ext cx="21224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выбран «Шоколад»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Кнопка «Далее» и экран даты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2190339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 — шаг 5, подробно ниже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18794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&lt;Pressable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style={[styles.button,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  flavor === null &amp;&amp; styles.buttonDisabled]}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disabled={flavor === null}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onPress={() =&gt; navigation.navigate('Pickup', { flavor })}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&lt;Text style={styles.buttonText}&gt;Далее&lt;/Text&gt;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&lt;/Pressable&gt;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69080"/>
            <a:ext cx="6309360" cy="1396921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06908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123944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67758"/>
            <a:ext cx="6016752" cy="1086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PickupScreen()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const [date, setDate] = useState&lt;string | null&gt;(null);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// тот же список, но из массива DATES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pi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45920"/>
            <a:ext cx="1573788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5084064"/>
            <a:ext cx="21224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ничего не выбрано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0508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5-pickup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228" y="1645920"/>
            <a:ext cx="1573788" cy="3291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1908" y="5084064"/>
            <a:ext cx="21224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выбрано «Завтра»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Экран итога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387635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356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function SummaryScreen()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&lt;Text style={styles.heading}&gt;Ваш заказ&lt;/Text&gt;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&lt;View style={styles.card}&gt;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&lt;View style={styles.cardRow}&gt;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style={styles.cardLabel}&gt;Начинка&lt;/Text&gt;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style={styles.cardValue}&gt;Шоколад&lt;/Text&gt;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&lt;View style={styles.divider} /&gt;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&lt;View style={styles.cardRow}&gt;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style={styles.cardLabel}&gt;Забрать&lt;/Text&gt;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style={styles.cardValue}&gt;Завтра&lt;/Text&gt;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554480"/>
            <a:ext cx="2102391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00200"/>
            <a:ext cx="2010951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Явление: переходов пока нет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2103120"/>
            <a:ext cx="6035040" cy="1347333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60350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157984"/>
            <a:ext cx="5669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 — пока так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01798"/>
            <a:ext cx="5742432" cy="1036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export default function App()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  return &lt;StartScreen /&gt;;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03120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0" y="2103120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Приложение показывает только Start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Кнопка «Заказать торт» ничего не делает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Навигации в проекте ещё нет — сейчас добавим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Это ожидаемо. Сначала экраны, потом переходы — так проще заметить, что именно меняет навигация.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4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Собираем навигатор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00:50 — 01:08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NavigationContainer, Stack.Navigator, Stack.Screen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Создаём навигатор один раз, вне компонента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Первый переход: navigate('Flavor')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4. Каркас навигации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-01-navig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5331124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NavigationContainer — самый внешний, хранит текущий экран и историю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Stack.Navigator — сам стек, описывает все экраны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Stack.Screen — один экран: name, component, options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initialRouteName — какой экран показать при запуске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Три элемента, без которых не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91440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Consolas"/>
              </a:rPr>
              <a:t>NavigationContainer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8366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Самый внешний компонент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190195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Хранит текущий экран и историю переходов. Без него Stack.Navigator не запустится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51760"/>
            <a:ext cx="11057839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077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Consolas"/>
              </a:rPr>
              <a:t>Stack.Navigator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279806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Описание стека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81635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Какие экраны существуют и в каком порядке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66160"/>
            <a:ext cx="11057839" cy="91440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8221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Consolas"/>
              </a:rPr>
              <a:t>Stack.Screen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71246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Один экран стека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730752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name — имя для navigate, component — что рисовать, options — заголовок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0916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83717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createNativeStackNavigator() вызывается один раз на верхнем уровне файла. Внутри компонента стек будет сбрасываться при каждом рендере.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4. Первый переход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Два изменения — и кнопка работает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6766560" cy="318211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67665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36038"/>
            <a:ext cx="6473952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StartScreen({ navigation }: any)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&lt;View style={styles.center}&gt;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...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&lt;Pressable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style={styles.button}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onPress={() =&gt; navigation.navigate('Flavor')}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&lt;Text style={styles.buttonText}&gt;Заказать торт&lt;/Text&gt;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&lt;/Pressable&gt;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4023360" cy="1595276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737360"/>
            <a:ext cx="4023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179222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Stack.Navigator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24" y="2136038"/>
            <a:ext cx="3730752" cy="1284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&lt;Stack.Screen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name="Flavor"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component={FlavorScreen}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options={{ title: 'Начинка' }}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/&gt;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2064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24865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Экран должен быть зарегистрирован в навигаторе, а компонент — получать navigation. Оба условия обязательны.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Как устроен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920240"/>
            <a:ext cx="3383280" cy="21945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3383280" cy="384048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206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После запуска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920240"/>
            <a:ext cx="3383280" cy="21945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53128" y="2103120"/>
            <a:ext cx="3383280" cy="384048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2176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Flavor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487168"/>
            <a:ext cx="2871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15184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4206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После navigate('Flavor')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1920240"/>
            <a:ext cx="3383280" cy="21945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9328" y="2103120"/>
            <a:ext cx="3383280" cy="384048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17627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487168"/>
            <a:ext cx="2871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15184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Flavor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1392" y="2871216"/>
            <a:ext cx="2359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3054096"/>
            <a:ext cx="2359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206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После navigate('Summary')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9204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navigate кладёт новый экран сверху и запоминает его. goBack убирает верхний экран и показывает тот, что под ним. Поведение — точь-в-точь как у стопки бумаг.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5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Передаём параметры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01:08 — 01:24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navigate('Pickup', { flavor }) — второй аргумент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route.params — что пришло на этот экран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Данные копятся: начинка + дата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5. Отправляем выбор дальше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-02-fla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545696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У navigate есть необязательный второй аргумент — объект параметров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navigation.navigate('Имя', { поле })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Всё, что в фигурных скобках, станет доступно на следующем экране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{ flavor } — сокращение для { flavor: flavor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5. Читаем параметры на экране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-03-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6187217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Экрану нужны два пропса</a:t>
            </a:r>
          </a:p>
          <a:p>
            <a:pPr algn="l" lvl="1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navigation — куда переходить</a:t>
            </a:r>
          </a:p>
          <a:p>
            <a:pPr algn="l" lvl="1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route — что передали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const { flavor } = route.params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Передаём дальше обе величины: { flavor, date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5. Собираем заказ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-04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766560" cy="3220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37360"/>
            <a:ext cx="4114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79" y="1737360"/>
            <a:ext cx="4114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const { flavor, date } = route.params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Значения подставляются в карточку заказа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Заказ нигде не хранится глобально — он пронёсся через параметры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9204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02005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Осторожно: параметры копируются. Если вернуться назад и сменить вкус, на экране даты останется прежнее значение.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6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Возврат назад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01:24 — 01:30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goBack() — на один экран назад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popToTop() — сразу в начало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headerBackVisible: false — убираем стрелку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6. Назад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Кнопка «Назад» в шапке появляется автоматически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Она вызывает goBack()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Программно — navigation.goBack()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Кнопка «Изменить дату» на экране итога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canGoBack() проверит, есть ли куда возвращаться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83080"/>
            <a:ext cx="5303520" cy="2388694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783080"/>
            <a:ext cx="530352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837944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SummaryScreen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181758"/>
            <a:ext cx="5010912" cy="20777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&lt;Pressable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style={[styles.button,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styles.buttonSecondary]}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onPress={() =&gt; navigation.goBack()}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&lt;Text style={styles.buttonText}&gt;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Изменить дату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&lt;/Pressable&gt;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goBack() на первом экране ничего не делает и печатает предупреждение: стек пуст, идти больше некуда.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6. popToTop и headerBackVisible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-05-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6537960" cy="4443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Кнопка «Новый заказ» возвращает в самое начало, минуя два экрана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popToTop() убирает всё до первого экрана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headerBackVisible: false убирает стрелку «Назад»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headerShown: false убирает шапку целиком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Шпаргалка по методам навигации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88366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navigate('Flavor')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1808" y="18928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Открывает экран поверх текущего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323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navigate('Pickup', {...})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24414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То же, но передаёт параметры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3464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98094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navigate('Start')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29900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Если Start уже в стеке — возврат к нему, без дубликата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83280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52958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goBack()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5387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Убирает текущий экран, показывает предыдущий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3192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07822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popToTop()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40873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Убирает все экраны до первого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80560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62686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reset(...)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46360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Полностью пересобирает стек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2920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175504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canGoBack()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51846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true, если есть куда возвращаться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715000"/>
            <a:ext cx="11057839" cy="50749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802782"/>
            <a:ext cx="10765231" cy="5074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navigation.reset({ index: 0, routes: [{ name: 'Home' }] });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*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Итоги и домашнее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01:24 — 01:30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Краткий разбор ключевых идей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Что чаще всего ломается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Четыре задачи на 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чаще всего ломается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7772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202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navigation.navigate не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193852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Экран не зарегистрирован · компонент не получил navigation · забыт NavigationContainer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14600"/>
            <a:ext cx="1105783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6974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route.params — undefined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271576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Экран открылся без параметров. Защита: route.params ?? {}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91840"/>
            <a:ext cx="11057839" cy="7772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4747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Native module 'RNSScreen'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349300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Не установлены нативные пакеты. npx expo install … и npx expo start --clear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69080"/>
            <a:ext cx="1105783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2519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Навигатор создан внутри компонента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427024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Стек сбрасывается при каждом рендере. Выносите наружу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46320"/>
            <a:ext cx="11057839" cy="7772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50292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Кнопка «Назад» на первом экране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504748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initialRouteName не совпадает с тем экраном, который вы считаете первым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Итог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73736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Навигация — это дерево компонентов, а не набор if-ов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NavigationContainer хранит текущий экран и историю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Stack.Navigator и Stack.Screen описывают экраны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navigate('Имя', { ... }) передаёт данные, route.params читает их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goBack() — назад на один, popToTop() — сразу в начало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name в navigate и name в Stack.Screen должны совпадать до буквы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Параметры копируются, а не разделяются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options настраивает заголовок: title, headerBackVisible, headerShown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createNativeStackNavigator() — один раз вне компонента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Сначала логика переходов, потом структура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Домашнее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801368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Пятый экран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Между «Дата» и «Итог» вставьте экран Address — ввод адреса. Сделайте обязательным: «Далее» неактивна, пока адрес не введён.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807208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898648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825496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Разберитесь с reset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Замените popToTop() на navigation.reset({ index: 0, routes: [{ name: 'Start' }] }). Сравните, что изменилось в стеке.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831336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922776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8496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Настройте заголовки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Для Pickup задайте options={{ title: 'Когда забрать', headerStyle: { backgroundColor: '#F3EFFC' } }}.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855464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946904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873752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Защитите route.params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Откройте Summary прямо со стартового экрана. Убедитесь, что приложение не падает: route.params ?? {} и значения по умолчанию.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Спасибо за работу!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2200" b="0" i="0">
                <a:solidFill>
                  <a:srgbClr val="C9BEE8"/>
                </a:solidFill>
                <a:latin typeface="Segoe UI"/>
              </a:rPr>
              <a:t>Навигация — это уже почти всё, что нужно приложению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114800"/>
            <a:ext cx="1828800" cy="54864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A8A8"/>
                </a:solidFill>
                <a:latin typeface="Segoe UI"/>
              </a:rPr>
              <a:t>Следующая лекция — вкладки и работа с состоянием навигации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700" b="0" i="0">
                <a:solidFill>
                  <a:srgbClr val="A8A8A8"/>
                </a:solidFill>
                <a:latin typeface="Segoe UI"/>
              </a:rPr>
              <a:t>Практическая работа 12 «Практика навигации (Lunch Tray)» — постройте приложение на 5 экранов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